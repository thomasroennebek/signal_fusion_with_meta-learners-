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contracts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Devices &amp; Needles</c:v>
                  </c:pt>
                  <c:pt idx="1">
                    <c:v>Drug Prod. Out.</c:v>
                  </c:pt>
                  <c:pt idx="2">
                    <c:v>Drug Sub. Out.</c:v>
                  </c:pt>
                  <c:pt idx="3">
                    <c:v>Packaging</c:v>
                  </c:pt>
                  <c:pt idx="4">
                    <c:v>Raw Mat. &amp; Energy</c:v>
                  </c:pt>
                  <c:pt idx="5">
                    <c:v>Quality &amp; Prod.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476</c:v>
                </c:pt>
                <c:pt idx="1">
                  <c:v>300</c:v>
                </c:pt>
                <c:pt idx="2">
                  <c:v>298</c:v>
                </c:pt>
                <c:pt idx="3">
                  <c:v>289</c:v>
                </c:pt>
                <c:pt idx="4">
                  <c:v>281</c:v>
                </c:pt>
                <c:pt idx="5">
                  <c:v>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YES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Devices &amp; Needles</c:v>
                  </c:pt>
                  <c:pt idx="1">
                    <c:v>Packaging</c:v>
                  </c:pt>
                  <c:pt idx="2">
                    <c:v>Logistics</c:v>
                  </c:pt>
                  <c:pt idx="3">
                    <c:v>Bioprocessing &amp; Excip.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0</c:v>
                </c:pt>
                <c:pt idx="2">
                  <c:v>9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Gold NO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Devices &amp; Needles</c:v>
                  </c:pt>
                  <c:pt idx="1">
                    <c:v>Packaging</c:v>
                  </c:pt>
                  <c:pt idx="2">
                    <c:v>Logistics</c:v>
                  </c:pt>
                  <c:pt idx="3">
                    <c:v>Bioprocessing &amp; Excip.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Fusion with Meta-Learners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explainable framework for supplier contract renegotiation decision support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4663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999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Two-stage 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1: Weak supervision + global MLP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2: Few-shot department adaptation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department: Logistics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097280"/>
            <a:ext cx="42062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0" y="1828800"/>
            <a:ext cx="33832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9,000+ contract-year observations across heterogeneous departments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renegotiation labels are scarce, expensive, and unevenly distributed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must rank contracts and provide interpretable decision support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" y="5989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 roadmap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problem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global contract data to department-specific renegotiation prioritization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44168"/>
            <a:ext cx="73152" cy="17922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3447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teams cannot manually review all contracts. Departments such as Logistics, Packaging, and Outsourcing follow different renegotiation heuristics, so one universal rule set is inadequate.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32588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344168"/>
            <a:ext cx="73152" cy="17922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challenge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737360"/>
            <a:ext cx="3447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multi-view data exist, but expert gold labels are scarce, unevenly distributed, and expensive to obtain. Standard supervised learning therefore becomes unstable or infeasible.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13258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47304" y="1344168"/>
            <a:ext cx="73152" cy="17922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4356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objective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93608" y="1737360"/>
            <a:ext cx="3310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framework that produces calibrated renegotiation scores, supports top-K prioritization, and can adapt quickly to a target department using only a few gold labels.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 idea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291840" cy="91440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supervision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scalable training signal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114800" y="4160520"/>
            <a:ext cx="2743200" cy="914400"/>
          </a:xfrm>
          <a:prstGeom prst="chevron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MLP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contract representation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223760" y="4160520"/>
            <a:ext cx="3383280" cy="9144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4434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Few-shot adaptation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specializes to Logistics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landscape and label scarcity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descriptive diagnostics motivate both Stage 1 weak supervision and Stage 2 few-shot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dataset facts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9,201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7784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contract-year rows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47672" y="160020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2,209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02536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contracts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160020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38144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47288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37176" y="160020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82896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labels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81928" y="160020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27648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41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36792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yes / no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02920" y="2743200"/>
          <a:ext cx="56692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2487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distribution by department</a:t>
            </a:r>
            <a:endParaRPr lang="en-US" sz="16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400800" y="2743200"/>
          <a:ext cx="52120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6510528" y="2487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Gold-label distribution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diagnostic summary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Two-stage 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moves from scalable weak supervision to department-specific adaptation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" y="24505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assembly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views with structured missingness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86584" y="2468880"/>
            <a:ext cx="201168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0116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71216" y="24505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Snorkel LabelModel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 → probabilistic labels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18304" y="2468880"/>
            <a:ext cx="201168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0116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02936" y="24505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MLP pretraining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contract representation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50024" y="2468880"/>
            <a:ext cx="201168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0116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34656" y="24505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Few-shot adaptation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Fine-tune, ANIL, FOMAML, MAML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81744" y="2468880"/>
            <a:ext cx="201168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01168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66376" y="24505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before vs after adaptation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133088"/>
            <a:ext cx="73152" cy="13350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224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output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4672" y="452628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weak-pretrained MLP that captures global renegotiation structure across the company. This is the initialization used by all Stage 2 adaptation methods.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07408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25696" y="4133088"/>
            <a:ext cx="73152" cy="1335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224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output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0" y="452628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department-adapted model for Logistics, evaluated using AUROC, log-loss, calibration, and ranking metrics such as NDCG@10.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74736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93024" y="4133088"/>
            <a:ext cx="73152" cy="1335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4224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39328" y="452628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meta-learning outperform simple fine-tuning once the model already has a strong weak-supervised starting point?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1: weak supervision and global representation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scalable training signal and learn a reusable contract embedding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44168"/>
            <a:ext cx="73152" cy="20665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Snorkel weak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3355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heuristics are implemented as labeling functions. Each LF can vote YES, NO, or ABSTAIN. The LabelModel estimates LF reliability and outputs a probabilistic target: renegotiation_prob ∈ [0,1].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1325880"/>
            <a:ext cx="3794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44168"/>
            <a:ext cx="73152" cy="20665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1435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backbone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43984" y="1737360"/>
            <a:ext cx="3538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Architecture: Input → Linear(128) → BatchNorm → ReLU → Dropout(0.2) → Linear(64) → BatchNorm → ReLU → Dropout(0.2) → Output(1). Optimizer: Adam.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38744" y="1325880"/>
            <a:ext cx="344728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57032" y="1344168"/>
            <a:ext cx="73152" cy="20665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43560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conditions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03336" y="1737360"/>
            <a:ext cx="31912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Weak-only isolates the value of Snorkel. Gold-only tests pure scarcity. Hybrid tests whether gold labels improve weak pretraining. The MLP is the bridge to Stage 2.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" y="37947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Stage 1 should tell us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" y="4114800"/>
            <a:ext cx="484632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weak labels produce a meaningful global risk representation?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gold-only training unstable under severe label scarcity?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resulting MLP transfer well before any department-specific adaptation?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577840" y="4297680"/>
            <a:ext cx="91440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4005072"/>
            <a:ext cx="452628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artifact saved for Stage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498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mlp_pretrained.pt + preprocessor.joblib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2: few-shot adaptation and episodic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adapted to a target department using support/query episodes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structure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651760" cy="1554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set 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labeled contracts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adaptation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5 YES + 5 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731520" cy="45720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64208"/>
            <a:ext cx="265176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set Q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212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contracts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evaluation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Meta-loss is computed here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2148840"/>
            <a:ext cx="731520" cy="45720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64208"/>
            <a:ext cx="2971800" cy="1554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901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Logistics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0768" y="22128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can the model specialize quickly using only a few gold labels?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37490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compared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40965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4096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092708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43400"/>
            <a:ext cx="10927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4622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15768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all parameters with standard SGD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33288" y="4416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baseline once Stage 1 is already informative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09270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9651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15768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head only; keep body frozen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33288" y="49194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whether Stage 1 features already generalize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0927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46811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FOMAML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715768" y="5422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all parameters; first-order outer loop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33288" y="54223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Cheaper and typically more stable than full MAML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09270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971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715768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all parameters with second-order gradients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33288" y="5925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flexible, but most demanding on task diversity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benchmark: what the latest runs suggest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for Logistics adaptation using the present gold-label regime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snapshot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4008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190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7190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7190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7190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7190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947672"/>
            <a:ext cx="64008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665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066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0.777 ± 0.21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0.892 ± 0.28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1.518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206654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4203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FOMAML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31720" y="25420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0.612 ± 0.16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254203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0.723 ± 0.18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17720" y="254203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2.711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25420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898648"/>
            <a:ext cx="6400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175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31720" y="30175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0.601 ± 0.21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30175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0.697 ± 0.26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17720" y="30175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3.941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301752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0.480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374136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49300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331720" y="349300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0.275 ± 0.14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29000" y="34930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0.279 ± 0.15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34930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1.462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0" y="349300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0.331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0" y="1600200"/>
            <a:ext cx="4315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33488" y="1618488"/>
            <a:ext cx="73152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170992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interpretation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79792" y="201168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weak-pretrained Stage 1 model is already strong. Under the current task regime, direct fine-tuning specializes better than the meta-learning variants.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315200" y="2926080"/>
            <a:ext cx="4315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33488" y="2944368"/>
            <a:ext cx="73152" cy="10607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303580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may be happening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479792" y="333756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very small number of departments are valid source tasks. MAML therefore lacks task diversity and may overfit or learn unstable meta-updates.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0" y="4251960"/>
            <a:ext cx="4315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33488" y="4270248"/>
            <a:ext cx="73152" cy="10607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792" y="436168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academic wording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479792" y="4663440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evidence supports adaptation benchmarking more strongly than a claim that meta-learning is superior. Fine-tuning is the reference winner today.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Stage 2 benchmark summary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full MAML is currently weakly supported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bottleneck is not only the total number of labels, but their distribution across departments and classes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44168"/>
            <a:ext cx="73152" cy="16093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distribution issue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3401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labels are sparse and unevenly distributed. Logistics currently lacks enough negative examples, while some other departments have only one class or too few total labels.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3258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344168"/>
            <a:ext cx="73152" cy="16093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Task-diversity issue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1737360"/>
            <a:ext cx="3401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 needs multiple valid source departments with both classes. The latest diagnostics suggest that full MAML meta-training is weak because only one source task is strongly valid.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37576" y="13258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55864" y="1344168"/>
            <a:ext cx="73152" cy="16093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 implication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2168" y="1737360"/>
            <a:ext cx="3401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more balanced labels are collected, Stage 1 + fine-tune may be the most defensible operational model, while MAML remains a promising but constrained research direction.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from the latest report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3730752"/>
            <a:ext cx="1920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source tasks (k=2)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42519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88920" y="3730752"/>
            <a:ext cx="1920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62072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source tasks (k=5)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62072" y="42519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983480" y="3730752"/>
            <a:ext cx="1920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56632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labels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56632" y="42519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total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178040" y="3730752"/>
            <a:ext cx="1920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51192" y="38587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class balance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51192" y="42519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positive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89720" y="3730752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62872" y="38587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support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62872" y="42519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supervision: YES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MAML: WEAK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diagnostic summary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Gold-label collection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only more labels overall, but balanced labels per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target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645920"/>
            <a:ext cx="73152" cy="1335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useful target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039112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Logistics: 10 YES / 10 NO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5 source departments: 5 YES / 5 NO each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27632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1645920"/>
            <a:ext cx="73152" cy="13350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37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thesis target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0391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Logistics: 15 YES / 15 NO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6–8 source departments: 8–10 YES / 8–10 NO each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27632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645920"/>
            <a:ext cx="73152" cy="1335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73736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principle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03911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labels by missing class. More labels in only one class do not solve the few-shot problem.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order for new labels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58368" y="3776472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858768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730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373075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negative labels first to enable valid binary evaluation and balanced support/query episodes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58368" y="435254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443484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43068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Material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30682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positive labels; the department already has negative examples and can become a valid source task quickly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658368" y="492861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5010912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48828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Bioprocessing &amp; Excipients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0" y="4882896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both classes, especially negative labels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58368" y="5504688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558698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54589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departments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0" y="5458968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Product Outsourcing, Drug Substance Outsourcing, Raw Materials &amp; Energy, Quality/Production Services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and discussion points for supervision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prioritized to make the thesis both rigorous and feasible?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44168"/>
            <a:ext cx="73152" cy="1655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experiments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zero-shot vs fine-tune vs ANIL/FOMAML/MAML under repeated episodes. Report mean ± std and evaluate k-shot sweeps (k = 2, 5, 10).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3258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344168"/>
            <a:ext cx="73152" cy="16550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discipline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173736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overclaiming meta-learning gains until source-task diversity improves. Treat current results as an adaptation benchmark anchored on a strong Stage 1 model.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37576" y="13258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55864" y="1344168"/>
            <a:ext cx="73152" cy="1655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435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2168" y="173736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Stage 2 comparison is finalized, compare SHAP feature importance before and after adaptation to show how the model shifts toward Logistics-specific drivers.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" y="3493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supervisor decisions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3822192"/>
            <a:ext cx="1097280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targeted gold-label acquisition plan focused on missing classes and underrepresented departments.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on the primary thesis claim: strong weak-supervised pretraining, with meta-learning evaluated under constrained task diversity.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thesis figures: department label landscape, two-stage pipeline, benchmark table, and k-shot adaptation curves.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5800" y="5394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48840" y="5349240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is already scientifically valuable even if fine-tuning remains the strongest method today. The combined contribution is weak supervision + few-shot adaptation + explainability for procurement decision support.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Thesis Roadmap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Fusion with Meta-Learners</dc:title>
  <dc:subject>Master thesis roadmap</dc:subject>
  <dc:creator>OpenAI</dc:creator>
  <cp:lastModifiedBy>OpenAI</cp:lastModifiedBy>
  <cp:revision>1</cp:revision>
  <dcterms:created xsi:type="dcterms:W3CDTF">2026-04-14T09:49:59Z</dcterms:created>
  <dcterms:modified xsi:type="dcterms:W3CDTF">2026-04-14T09:49:59Z</dcterms:modified>
</cp:coreProperties>
</file>